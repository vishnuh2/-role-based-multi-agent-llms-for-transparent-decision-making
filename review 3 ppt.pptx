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title_slide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Slide Image" descr="Review 03 title slide: Role Based Multi Agent LLMs for Transparent Decision Ma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5.1 Class Diagram</a:t>
            </a:r>
            <a:endParaRPr lang="en-US" sz="2400" dirty="0"/>
          </a:p>
        </p:txBody>
      </p:sp>
      <p:pic>
        <p:nvPicPr>
          <p:cNvPr id="3" name="Image 0" descr="img/f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923" y="914400"/>
            <a:ext cx="4138313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FlaskApp handles HTTP requests and delegates to AgentOrchestrator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AgentOrchestrator validates data via ApplicantProfile and runs the four agent stages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GeminiClient calls the Gemini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EvaluationResult holds the agent outputs, final decision and explanation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5.2 Use Case Diagram</a:t>
            </a:r>
            <a:endParaRPr lang="en-US" sz="2400" dirty="0"/>
          </a:p>
        </p:txBody>
      </p:sp>
      <p:pic>
        <p:nvPicPr>
          <p:cNvPr id="3" name="Image 0" descr="img/f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30303"/>
            <a:ext cx="5120640" cy="299155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Actor: Reviewer / Officer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Select domain, enter applicant information, submit request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View agent deliberation cards, review final decision and rationale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Google Gemini API runs advocate, skeptic, compliance and adjudication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5.3 Sequence Diagram</a:t>
            </a:r>
            <a:endParaRPr lang="en-US" sz="2400" dirty="0"/>
          </a:p>
        </p:txBody>
      </p:sp>
      <p:pic>
        <p:nvPicPr>
          <p:cNvPr id="3" name="Image 0" descr="img/f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61563"/>
            <a:ext cx="5120640" cy="352903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Reviewer submits form; POST /evaluate; Flask validates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Orchestrator calls Gemini in order: Advocate, Skeptic, Compliance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Adjudicator receives profile + 3 briefs and returns decision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JSON response is rendered as deliberation cards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5.4 Component Diagram</a:t>
            </a:r>
            <a:endParaRPr lang="en-US" sz="2400" dirty="0"/>
          </a:p>
        </p:txBody>
      </p:sp>
      <p:pic>
        <p:nvPicPr>
          <p:cNvPr id="3" name="Image 0" descr="img/f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11367"/>
            <a:ext cx="5120640" cy="38294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Route dispatcher, validation and sanitizer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Multi-agent orchestration module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Prompt management module, environment config (.env)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High cohesion and loose coupling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5.5 Deployment Diagram</a:t>
            </a:r>
            <a:endParaRPr lang="en-US" sz="2400" dirty="0"/>
          </a:p>
        </p:txBody>
      </p:sp>
      <p:pic>
        <p:nvPicPr>
          <p:cNvPr id="3" name="Image 0" descr="img/f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82381"/>
            <a:ext cx="5120640" cy="268739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Browser connects to Flask server over HTTP port 5000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Server runs Python 3.x with Flask, python-dotenv and GenAI client SDK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Connects to Gemini API on Google Cloud over HTTPS port 443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5.6 Activity Diagram</a:t>
            </a:r>
            <a:endParaRPr lang="en-US" sz="2400" dirty="0"/>
          </a:p>
        </p:txBody>
      </p:sp>
      <p:pic>
        <p:nvPicPr>
          <p:cNvPr id="3" name="Image 0" descr="img/f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27" y="914400"/>
            <a:ext cx="1528505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Input applicant information and submit form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input is invalid, show error and return to input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valid, invoke Advocate, Skeptic, Compliance, Adjudicator in order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On API error show error card; otherwise render deliberation UI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5.7.1 DFD Level 0 (Context Diagram)</a:t>
            </a:r>
            <a:endParaRPr lang="en-US" sz="2400" dirty="0"/>
          </a:p>
        </p:txBody>
      </p:sp>
      <p:pic>
        <p:nvPicPr>
          <p:cNvPr id="3" name="Image 0" descr="img/f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98095"/>
            <a:ext cx="8229600" cy="162717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External entities: Human Reviewer and Google Gemini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Reviewer sends applicant form data and receives decision and explanations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System sends agent role prompts to Gemini and receives agent responses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5.7.2 DFD Level 1 (Decomposed Process)</a:t>
            </a:r>
            <a:endParaRPr lang="en-US" sz="2400" dirty="0"/>
          </a:p>
        </p:txBody>
      </p:sp>
      <p:pic>
        <p:nvPicPr>
          <p:cNvPr id="3" name="Image 0" descr="img/f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590" y="914400"/>
            <a:ext cx="1272980" cy="4023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0" y="10972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1.0 Validate input stores data in D1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2.0 Advocate, 3.0 Skeptic, 4.0 Compliance produce briefs stored in D2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5.0 Adjudication Engine stores result in D3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6.0 Format and Render shows output to the user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2026-10-06T16:16:01Z</dcterms:created>
  <dcterms:modified xsi:type="dcterms:W3CDTF">2026-10-06T16:16:01Z</dcterms:modified>
</cp:coreProperties>
</file>